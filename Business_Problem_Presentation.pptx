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B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ipod
(google.com)</c:v>
                  </c:pt>
                  <c:pt idx="1">
                    <c:v>zune
(bing.com)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</c:v>
                </c:pt>
                <c:pt idx="1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ADOBE ACS — DATA ENGINEERING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Search Keyword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Revenue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FBF1"/>
                </a:solidFill>
              </a:rPr>
              <a:t>Understanding which search keywords drive the most revenue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CFBF1"/>
                </a:solidFill>
              </a:rPr>
              <a:t>from external search engines — Google, Yahoo, Bing &amp; MSN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 ·  AWS EC2  ·  AWS Glue  ·  PySpark  ·  S3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Problem &amp;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</a:rPr>
              <a:t>How much revenue is the client getting from external Search Engines such as Google, Yahoo and MSN, and which keywords are performing the best based on revenue?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Key Inputs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Hit-level analytics data (TSV)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Referrer URLs → search engine + keyword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Product list → revenue on purchase events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Last-touch attribution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02336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508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 Engine Domain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40233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20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google.com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ipod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$480.00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31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bing.com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331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zune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2331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$250.00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8346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Output Requirements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Tab-delimited .tab file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Sorted by revenue descending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Filename: YYYY-MM-DD_SearchKeywordPerformance.tab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Keywords normalised to lowercase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Two-Tier Processing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1 — ChunkedProcessor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For standard files on EC2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Reads TSV line-by-line in configurable chunks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408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Runs on any Python 3.9+ — no Spark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Handles files well within typical daily volumes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1821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Last-touch attribution across chunk boundaries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6027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Deployed on AWS EC2 (t2.micro — free tier)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2 — SparkProcessor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For 10 GB+ files on AWS Glue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PySpark distributed processing on AWS Glue 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3408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Adaptive Query Execution for skewed partitions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7614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Scales horizontally with G.1X workers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1821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Same business logic — different execution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6027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CloudFormation-managed, daily trigger available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Revenue by Search Keyword — Sample Output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6012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960120"/>
            <a:ext cx="10972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46520" y="1307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$730.00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920240"/>
            <a:ext cx="109728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Keyword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46520" y="2267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ipod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17920" y="288036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2880360"/>
            <a:ext cx="10972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Engine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4652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google.com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17920" y="384048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3840480"/>
            <a:ext cx="109728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Keywords Tracked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4187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Based on last-touch attribution. Keywords normalised to lowercase. Revenue counted only on purchase event (event=1).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Keyword Revenue Analysis</dc:title>
  <dc:subject>PptxGenJS Presentation</dc:subject>
  <dc:creator>PptxGenJS</dc:creator>
  <cp:lastModifiedBy>PptxGenJS</cp:lastModifiedBy>
  <cp:revision>1</cp:revision>
  <dcterms:created xsi:type="dcterms:W3CDTF">2026-02-27T03:19:17Z</dcterms:created>
  <dcterms:modified xsi:type="dcterms:W3CDTF">2026-02-27T03:19:17Z</dcterms:modified>
</cp:coreProperties>
</file>